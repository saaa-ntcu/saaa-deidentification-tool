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731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 研習專用 ｜ 2026 SAAA 學力檢測實務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1704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去識別化工具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實機操作流程與資安防護指南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420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支援 7 大類報表 · 100% 本機離線運算 · 零個資上傳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研習目標與核心技能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能理解 SAAA 7 大類報表特徵與「學生代碼實為中文姓名」之特殊架構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6849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能依分析情境正確切換「研究分析模式」與「公開資料模式」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52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能熟練執行 100% 本地離線去識別化與 Markdown 全格式匯出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能恪守「對照總表校內密封、脫敏資料交付 AI」之資安雙軌鐵則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研習日期：115.09.04（新竹縣學力研習） ｜ 臺中教育大學 SAAA 研發團隊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 ｜ 更新日：2026.09.03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本次操作與資安指引路線圖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從資料規格理解到 AI 安全交付，用同一套標準作業程序 (SOP) 走完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271016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71016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SAAA 評量資料結構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298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辨識個人成績、作答反應、答對率等 7 大類 Excel 與題本 PDF，掌握「代碼實存真名」之特殊架構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92938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檔案批次載入與動態分類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一鍵拖曳整個評量資料夾，即時核對 6 大指標卡，確認全年級班級與科目檔案全數就緒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71576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43784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43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去識別化模式取捨決策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8712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 AI 首選「研究分析模式」（跨科假名對齊），政府公開選「公開資料模式」（不可逆刪除）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5021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630168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630168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機關別名與 Markdown 輸出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隨機指派安全校名（如阿里山國小）、教育代碼 999999、移除座號，並產出可直接貼給 AI 的 Markdown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416552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本機執行與對照總表密封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44439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記憶體三階段處理＋隱私審計 100% 通過（0洩漏），並落實 mapping_table.xlsx 校內密件隔離存放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193792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10908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講師提示：交付外部 AI 時，學力檢測資料務必在地端完成脫敏，且 mapping_table 切勿交給 AI。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 拖曳評量資料夾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1_dropzone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確認右上角 100% 本地離線運算徽章，確保無任何個資上傳雲端。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直接將從 SAAA 匯出的整包資料夾或 .xlsx/.zip 拖曳進虛線框。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支援多班級、多年級、多科目報表混合同步匯入。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 JavaScript 記憶體解析架構，拔掉網路線亦可高速運行。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步驟進度：1/8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01-1 查閱資料型態手冊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2_handbook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點擊手風琴展開 7 大類 Excel 與題本 PDF 結構對照表。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SAAA 特殊架構提醒：作答反應與答對率「學生代碼」欄位實為姓名。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卡片式個人成績 D3 座號清除時，完好保留 F3 等級描述。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工具專案適配「代碼欄位實存真名」現象，能自動進行姓名辨識與脫敏。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步驟進度：2/8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01-2 六大指標分類統計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3_files_summary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成功載入 10 份模擬資料 Excel 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分類計數：4 檔個人成績（108 位學生）、1 檔作答反應、2 檔答對率、1 檔班平均、2 檔試題分析。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右上角即時彈出綠色「成功載入 10 個評量檔案」提示通知。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分類指示卡協助教師在執行前一眼確認全年級檔案是否全數到位。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步驟進度：3/8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02 去識別化模式切換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4_mode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🔬 研究分析模式（推薦交付 AI）：生成跨科一致假名代碼（如 STU_115_0001）。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🌐 公開資料模式：徹底抹除姓名與座號，不產出對照表，達不可逆最高隱私。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嚴禁使用校內遮罩：交付外部 AI 嚴禁使用林*偉等部分遮蔽模式。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研究分析模式專為 AI 跨科診斷設計，同時產出離線對照總表供校端保管。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步驟進度：4/8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03 機關別名與格式微調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5_param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學校名稱由安全別名池隨機指派（如阿里山國小），鎖定唯讀防誤填。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學校代碼固定指派為標準教育虛擬代號 999999。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座號預設選擇「移除座號 (最高安全)」，杜絕個資拼圖。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輸出格式選擇「全格式」，同步產出輕量 Markdown 表格。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格式精簡高效，可直接整表複製貼入 ChatGPT 對話框進行解析。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步驟進度：5/8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 啟動去識別化處理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6_execute_button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點擊藍色大按鈕「開始執行去識別化並打包下載」。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第一階段：全域掃描 108 位學生名冊並建立代碼映射表。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第二階段：逐檔轉換座標、標籤、表頭校名與生成多格式。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第三階段：全域隱私審計與 ZIP 壓縮封裝。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全程採用記憶體串流運算，百份報表亦可在數秒內無感完成。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步驟進度：6/8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04-1 成果彈窗與零洩漏保證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7_completion_modal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彈出 SweetAlert2 成果視窗，明確顯示處理 10 份檔案。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隱私安全稽核：100% 通過（原始校名、學生姓名洩漏次數均為 0）。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系統自動觸發 ZIP 壓縮檔案下載至本機硬碟。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提供「再次下載 ZIP」綠色按鈕備用。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零洩漏安全閘門確認所有輸出檔案無任何個資殘留，保障行政合規。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步驟進度：7/8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04-2 終端機日誌與對照總表SOP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8_terminal_log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終端機詳細記錄各階段運算耗時與全域隱私審計結果。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解壓後包含脫敏 Excel/JSON/MD 檔案與 mapping_table.xlsx。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⚠️ 對照總表隔離 SOP：mapping_table 記載真實姓名，切勿交付外部 AI！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對照總表務必留存在校端內部離線儲存媒體進行密件管理。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嚴格遵守「脫敏檔案交付 AI、對照總表校端密封」之資安雙軌原則。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步驟進度：8/8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研習總結 ｜ AI 時代評量資料去識別化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從行政合規到智慧教學的三大鐵則 (SOP)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確保資料在安全前提下發揮最大教學診斷價值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地端脫敏 · 絕不上傳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評量資料在進入任何 AI 模型前，必須在校端本地離線環境完成脫敏。嚴禁將含真實學生姓名之原始 SAAA 檔案直接上傳至任何未受權的公開雲端服務。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跨科假名 · 拒絕遮罩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交付外部 AI 應採用「研究分析模式」之跨科假名代碼（如 STU_115_0001），既能維繫學生向度學習輪廓，又能杜絕 AI 透過字數或關聯特徵反向破解。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對照總表 · 密件隔離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生成的 mapping_table.xlsx 記載真實身分對應關係，屬於校方法定個資。必須與脫敏檔案完全物理隔離，僅限校內受權行政人員離線保管。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臺中教育大學 SAAA 研發團隊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SAAA 學生學習能力檢測去識別化工具：操作流程與資安實作手冊</dc:title>
  <dc:subject>PptxGenJS Presentation</dc:subject>
  <dc:creator>SAAA 資安研究團隊</dc:creator>
  <cp:lastModifiedBy>SAAA 資安研究團隊</cp:lastModifiedBy>
  <cp:revision>1</cp:revision>
  <dcterms:created xsi:type="dcterms:W3CDTF">2026-09-03T12:02:17Z</dcterms:created>
  <dcterms:modified xsi:type="dcterms:W3CDTF">2026-09-03T12:02:17Z</dcterms:modified>
</cp:coreProperties>
</file>